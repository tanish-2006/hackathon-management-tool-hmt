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</p:sldIdLst>
</p:presentation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s"/>
          <p:cNvSpPr/>
          <p:nvPr>
            <p:ph type="sldImg"/>
          </p:nvPr>
        </p:nvSpPr>
        <p:spPr/>
        <p:txBody>
          <a:bodyPr/>
        </p:txBody>
      </p:sp>
      <p:sp>
        <p:nvSpPr>
          <p:cNvPr id="2" name="s"/>
          <p:cNvSpPr/>
          <p:nvPr>
            <p:ph type="body" idx="1"/>
          </p:nvPr>
        </p:nvSpPr>
        <p:spPr/>
        <p:txBody>
          <a:bodyPr/>
          <a:p>
            <a:r>
              <a:rPr lang="en-US"/>
              <a:t>Interviewed 12 managers last week</a:t>
            </a:r>
          </a:p>
        </p:txBody>
      </p:sp>
      <p:sp>
        <p:nvSpPr>
          <p:cNvPr id="2" name="s"/>
          <p:cNvSpPr/>
          <p:nvPr>
            <p:ph type="sldNum" sz="quarter" idx="5"/>
          </p:nvPr>
        </p:nvSpPr>
        <p:spPr/>
        <p:txBody>
          <a:bodyPr/>
          <a:p>
            <a:r>
              <a:rPr lang="en-US"/>
              <a:t>2</a:t>
            </a:r>
          </a:p>
        </p:txBody>
      </p:sp>
    </p:spTree>
  </p:cSld>
</p:note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"/>
          <p:cNvSpPr/>
          <p:nvPr>
            <p:ph type="ctrTitle"/>
          </p:nvPr>
        </p:nvSpPr>
        <p:spPr/>
        <p:txBody>
          <a:bodyPr/>
          <a:p>
            <a:r>
              <a:rPr lang="en-US"/>
              <a:t>Campus Food Rescue</a:t>
            </a:r>
          </a:p>
        </p:txBody>
      </p:sp>
      <p:sp>
        <p:nvSpPr>
          <p:cNvPr id="2" name="s"/>
          <p:cNvSpPr/>
          <p:nvPr>
            <p:ph type="subTitle" idx="1"/>
          </p:nvPr>
        </p:nvSpPr>
        <p:spPr/>
        <p:txBody>
          <a:bodyPr/>
          <a:p>
            <a:r>
              <a:rPr lang="en-US"/>
              <a:t>Problem: 30% of hostel meals are thrown away</a:t>
            </a:r>
          </a:p>
          <a:p>
            <a:r>
              <a:rPr lang="en-US"/>
              <a:t>Students &amp; mess staff confirm it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"/>
          <p:cNvSpPr/>
          <p:nvPr>
            <p:ph type="title"/>
          </p:nvPr>
        </p:nvSpPr>
        <p:spPr/>
        <p:txBody>
          <a:bodyPr/>
          <a:p>
            <a:r>
              <a:rPr lang="en-US"/>
              <a:t>Who has this problem</a:t>
            </a:r>
          </a:p>
        </p:txBody>
      </p:sp>
      <p:sp>
        <p:nvSpPr>
          <p:cNvPr id="2" name="s"/>
          <p:cNvSpPr/>
          <p:nvPr>
            <p:ph idx="1"/>
          </p:nvPr>
        </p:nvSpPr>
        <p:spPr/>
        <p:txBody>
          <a:bodyPr/>
          <a:p>
            <a:r>
              <a:rPr lang="en-US"/>
              <a:t>Hostel mess managers</a:t>
            </a:r>
          </a:p>
          <a:p>
            <a:r>
              <a:rPr lang="en-US"/>
              <a:t>NGOs collecting surplus food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"/>
          <p:cNvPicPr/>
          <p:nvPr/>
        </p:nvPicPr>
        <p:blipFill/>
        <p:spPr/>
      </p:pic>
    </p:spTree>
  </p:cSld>
</p:sld>
</file>